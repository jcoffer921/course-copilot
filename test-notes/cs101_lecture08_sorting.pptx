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8: Sorting and Searching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1: Sorting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Bubble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Repeatedly compare adjacent elements and swap if out of order</a:t>
            </a:r>
          </a:p>
          <a:p>
            <a:r>
              <a:t>Largest unsorted element 'bubbles' to the end each pass</a:t>
            </a:r>
          </a:p>
          <a:p>
            <a:r>
              <a:t>Worst and average case: O(n^2) comparisons</a:t>
            </a:r>
          </a:p>
          <a:p>
            <a:r>
              <a:t>Best case (already sorted): O(n) if you add an early-exit flag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Merge Sort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Divide the list in half, recursively sort each half, then merge</a:t>
            </a:r>
          </a:p>
          <a:p>
            <a:r>
              <a:t>O(n log n) in all cases — divide is log n levels, merge is O(n) per level</a:t>
            </a:r>
          </a:p>
          <a:p>
            <a:r>
              <a:t>Not in-place: merging needs O(n) extra space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Part 2: Searching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each element in order until you find the target or run out</a:t>
            </a:r>
          </a:p>
          <a:p>
            <a:r>
              <a:t>O(n) worst case — works on unsorted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Requires a SORTED list — compare the target to the middle element</a:t>
            </a:r>
          </a:p>
          <a:p>
            <a:r>
              <a:t>If target is smaller, search the left half; if larger, search the right half</a:t>
            </a:r>
          </a:p>
          <a:p>
            <a:r>
              <a:t>O(log n) — each comparison cuts the remaining search space in half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